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embeddedFontLst>
    <p:embeddedFont>
      <p:font typeface="Comfortaa" panose="020B0604020202020204" charset="0"/>
      <p:regular r:id="rId25"/>
      <p:bold r:id="rId26"/>
    </p:embeddedFont>
    <p:embeddedFont>
      <p:font typeface="Lexend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30fed5b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30fed5be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30fed5be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30fed5be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80a52a157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180a52a157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80a52a157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80a52a157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80a52a157_5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180a52a157_5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80a52a157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180a52a157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6a0669b1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6a0669b1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6a0669b1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6a0669b1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6a0669b1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6a0669b1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6a0669b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16a0669b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30fed5be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130fed5be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80a52a157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80a52a157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80a52a157_6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80a52a157_6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80a52a157_2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80a52a157_2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80a52a157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180a52a157_2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80a52a157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80a52a157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6a0669b11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16a0669b11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80a52a157_2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80a52a157_2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80a52a157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180a52a157_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988a15fb33ffce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988a15fb33ffce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988a15fb33ffce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988a15fb33ffce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imdb.com/non-commercial-datasets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omdbapi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52200" y="1024975"/>
            <a:ext cx="8439600" cy="84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 Ratings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560350" y="1867675"/>
            <a:ext cx="4023300" cy="30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By: </a:t>
            </a:r>
            <a:endParaRPr sz="1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Ethan Donoho</a:t>
            </a:r>
            <a:endParaRPr sz="1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Zach Rehfuss  </a:t>
            </a:r>
            <a:endParaRPr sz="1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DuVoe Moua</a:t>
            </a:r>
            <a:endParaRPr sz="1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James Elander</a:t>
            </a:r>
            <a:endParaRPr sz="1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Makenna Vick</a:t>
            </a:r>
            <a:endParaRPr sz="1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Nick O'Donnell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6970800" cy="8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In what situation is a movie most likely to have a higher rating?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510774"/>
            <a:ext cx="8520600" cy="26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mfortaa"/>
                <a:ea typeface="Comfortaa"/>
                <a:cs typeface="Comfortaa"/>
                <a:sym typeface="Comfortaa"/>
              </a:rPr>
              <a:t>Our goal was to see if we could find a correlation between a movies ratings from 2010-2019 through the lenses of:</a:t>
            </a:r>
            <a:endParaRPr sz="140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mfortaa"/>
                <a:ea typeface="Comfortaa"/>
                <a:cs typeface="Comfortaa"/>
                <a:sym typeface="Comfortaa"/>
              </a:rPr>
              <a:t>-Targeted audience - Is there a correlation between a movies MPAA rating and imdb rating</a:t>
            </a:r>
            <a:endParaRPr sz="140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mfortaa"/>
                <a:ea typeface="Comfortaa"/>
                <a:cs typeface="Comfortaa"/>
                <a:sym typeface="Comfortaa"/>
              </a:rPr>
              <a:t>-Box office - Is there a correlation between a movies box office success and imdb rating</a:t>
            </a:r>
            <a:endParaRPr sz="140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mfortaa"/>
                <a:ea typeface="Comfortaa"/>
                <a:cs typeface="Comfortaa"/>
                <a:sym typeface="Comfortaa"/>
              </a:rPr>
              <a:t>-Run time - Is there a correlation between a movies run time and imdb rating</a:t>
            </a:r>
            <a:endParaRPr sz="140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mfortaa"/>
                <a:ea typeface="Comfortaa"/>
                <a:cs typeface="Comfortaa"/>
                <a:sym typeface="Comfortaa"/>
              </a:rPr>
              <a:t>-Seasonal - Does the time of year of the movie’s release have an affect on a movies imdb rating</a:t>
            </a:r>
            <a:endParaRPr sz="140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11400" y="-48075"/>
            <a:ext cx="38700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Data cleaning process</a:t>
            </a:r>
            <a:endParaRPr b="1"/>
          </a:p>
        </p:txBody>
      </p:sp>
      <p:sp>
        <p:nvSpPr>
          <p:cNvPr id="67" name="Google Shape;67;p15"/>
          <p:cNvSpPr txBox="1"/>
          <p:nvPr/>
        </p:nvSpPr>
        <p:spPr>
          <a:xfrm>
            <a:off x="0" y="707400"/>
            <a:ext cx="4848300" cy="8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2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0" y="2960400"/>
            <a:ext cx="4235224" cy="218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38" y="416625"/>
            <a:ext cx="4235226" cy="254377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446475" y="424625"/>
            <a:ext cx="4294200" cy="18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-The initial obstacle we faced after deciding to use the OMDB API was its specific formatting for pulling data. While</a:t>
            </a:r>
            <a:r>
              <a:rPr lang="en" sz="1000" i="1">
                <a:solidFill>
                  <a:schemeClr val="lt2"/>
                </a:solidFill>
              </a:rPr>
              <a:t> </a:t>
            </a:r>
            <a:r>
              <a:rPr lang="en" sz="1000" b="1" i="1">
                <a:solidFill>
                  <a:schemeClr val="lt2"/>
                </a:solidFill>
              </a:rPr>
              <a:t>i</a:t>
            </a:r>
            <a:r>
              <a:rPr lang="en" sz="1000">
                <a:solidFill>
                  <a:schemeClr val="lt2"/>
                </a:solidFill>
              </a:rPr>
              <a:t> (imdb ID) and </a:t>
            </a:r>
            <a:r>
              <a:rPr lang="en" sz="1000" b="1" i="1">
                <a:solidFill>
                  <a:schemeClr val="lt2"/>
                </a:solidFill>
              </a:rPr>
              <a:t>t</a:t>
            </a:r>
            <a:r>
              <a:rPr lang="en" sz="1000">
                <a:solidFill>
                  <a:schemeClr val="lt2"/>
                </a:solidFill>
              </a:rPr>
              <a:t> (movie title) are both optional, at least 1 is required for the data pull. This meant that we would need to know which titles were needed before running our code through the API. </a:t>
            </a:r>
            <a:endParaRPr sz="100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-We were able to work around that issue by using the IMDB website. IMDB’s website provided 2 tsv files, 1 with movie titles and the other with movie rating data, that we then loaded onto our code and filtered to get a list of movies to run through the OMDB API</a:t>
            </a:r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00" y="777575"/>
            <a:ext cx="4147150" cy="33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128175" y="80125"/>
            <a:ext cx="31968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Loading the tsv files.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1625" y="777575"/>
            <a:ext cx="4562475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4558650" y="168250"/>
            <a:ext cx="38457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Running movie list through API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4390400" y="2876200"/>
            <a:ext cx="45624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-Filtered titles to fit our timeframe 2010-2019</a:t>
            </a:r>
            <a:endParaRPr sz="12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-Filtered by runtime to remove short films and tv shows.</a:t>
            </a:r>
            <a:endParaRPr sz="12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-Filtered types to only show movies</a:t>
            </a:r>
            <a:endParaRPr sz="12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-Filtered by number of votes to be a minimum of 1000</a:t>
            </a:r>
            <a:endParaRPr sz="12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Our initial list went from 1,497,921 titles to run through OMDB’s api to 13892. </a:t>
            </a:r>
            <a:endParaRPr sz="120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251" y="0"/>
            <a:ext cx="736749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for MPAA rating analysis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 i="1">
                <a:solidFill>
                  <a:schemeClr val="lt1"/>
                </a:solidFill>
                <a:highlight>
                  <a:srgbClr val="FFFFFF"/>
                </a:highlight>
              </a:rPr>
              <a:t># Drop rows with missing 'Rated' or 'imdbRating' or 'BoxOffice'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data_clean 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=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 data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.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dropna(subset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=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['Rated', 'imdbRating', 'BoxOffice']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 i="1">
                <a:solidFill>
                  <a:schemeClr val="lt1"/>
                </a:solidFill>
                <a:highlight>
                  <a:srgbClr val="FFFFFF"/>
                </a:highlight>
              </a:rPr>
              <a:t># Focus on valid MPAA ratings (G, PG, PG-13, R, NC-17)</a:t>
            </a:r>
            <a:endParaRPr sz="3700" i="1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 i="1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valid_ratings 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=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 ['G', 'PG', 'PG-13', 'R', 'NC-17']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data_clean 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=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 data_clean[data_clean['Rated']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.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isin(valid_ratings)]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 i="1">
                <a:solidFill>
                  <a:schemeClr val="lt1"/>
                </a:solidFill>
                <a:highlight>
                  <a:srgbClr val="FFFFFF"/>
                </a:highlight>
              </a:rPr>
              <a:t># Plot IMDb Rating comparison across MPAA ratings</a:t>
            </a:r>
            <a:endParaRPr sz="3700" i="1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 i="1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plt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.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figure(figsize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=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(12, 6))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sns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.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boxplot(x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=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'Rated', y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=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'imdbRating', data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=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data_clean)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plt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.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title('IMDb Rating Distribution by MPAA Rating')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plt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.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xlabel('MPAA Rating')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plt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.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ylabel('IMDb Rating')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plt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.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show()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 i="1">
                <a:solidFill>
                  <a:schemeClr val="lt1"/>
                </a:solidFill>
                <a:highlight>
                  <a:srgbClr val="FFFFFF"/>
                </a:highlight>
              </a:rPr>
              <a:t># Plot Box Office comparison across MPAA ratings</a:t>
            </a:r>
            <a:endParaRPr sz="3700" i="1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 i="1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plt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.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figure(figsize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=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(12, 6))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sns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.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boxplot(x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=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'Rated', y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=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'BoxOffice', data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=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data_clean)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plt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.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title('Box Office Distribution by MPAA Rating')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plt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.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xlabel('MPAA Rating')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plt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.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ylabel('Box Office ($)')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plt</a:t>
            </a:r>
            <a:r>
              <a:rPr lang="en" sz="3700" b="1">
                <a:solidFill>
                  <a:schemeClr val="lt1"/>
                </a:solidFill>
                <a:highlight>
                  <a:srgbClr val="FFFFFF"/>
                </a:highlight>
              </a:rPr>
              <a:t>.</a:t>
            </a:r>
            <a:r>
              <a:rPr lang="en" sz="3700">
                <a:solidFill>
                  <a:schemeClr val="lt1"/>
                </a:solidFill>
                <a:highlight>
                  <a:srgbClr val="FFFFFF"/>
                </a:highlight>
              </a:rPr>
              <a:t>show()</a:t>
            </a: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MPAA ratings Analysis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805975" y="3147000"/>
            <a:ext cx="6660000" cy="17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correlation between MPAA rating and IMDB score is </a:t>
            </a:r>
            <a:r>
              <a:rPr lang="en">
                <a:solidFill>
                  <a:srgbClr val="CCCCCC"/>
                </a:solidFill>
              </a:rPr>
              <a:t>0.211762. 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750" y="1017725"/>
            <a:ext cx="3518175" cy="194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0075" y="1017725"/>
            <a:ext cx="3515888" cy="194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 Office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3300" y="1017725"/>
            <a:ext cx="7457400" cy="37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 Office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713" y="977390"/>
            <a:ext cx="6932577" cy="318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 Office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00" y="1152475"/>
            <a:ext cx="7824600" cy="391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6038375" y="1397688"/>
            <a:ext cx="2275500" cy="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P-Value: ~1.52e-28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 Office</a:t>
            </a:r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Domestic vs. international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quantiles/bins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Genre?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5034950" y="265475"/>
            <a:ext cx="34416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Seasonal trends </a:t>
            </a:r>
            <a:endParaRPr b="1"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475" y="152400"/>
            <a:ext cx="3872282" cy="4838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1875" y="2320525"/>
            <a:ext cx="4403725" cy="10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247750" y="174125"/>
            <a:ext cx="34416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Seasonal trends </a:t>
            </a:r>
            <a:endParaRPr b="1"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75" y="1150613"/>
            <a:ext cx="4353024" cy="335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4550" y="1150600"/>
            <a:ext cx="4353024" cy="3356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title"/>
          </p:nvPr>
        </p:nvSpPr>
        <p:spPr>
          <a:xfrm>
            <a:off x="247750" y="228925"/>
            <a:ext cx="34416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Seasonal trends </a:t>
            </a:r>
            <a:endParaRPr b="1"/>
          </a:p>
        </p:txBody>
      </p:sp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750" y="926500"/>
            <a:ext cx="4135299" cy="378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0125" y="926500"/>
            <a:ext cx="4135321" cy="378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</a:t>
            </a:r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425" y="957301"/>
            <a:ext cx="7545175" cy="380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</a:t>
            </a:r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50" y="1017725"/>
            <a:ext cx="8380499" cy="383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Ran ANOVA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67" name="Google Shape;167;p2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7025" y="423850"/>
            <a:ext cx="7636976" cy="42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75" name="Google Shape;175;p3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6" name="Google Shape;17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641" y="863550"/>
            <a:ext cx="4555184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625" y="76200"/>
            <a:ext cx="4911526" cy="408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84" name="Google Shape;184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5" name="Google Shape;1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507" y="76200"/>
            <a:ext cx="681699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2"/>
          <p:cNvSpPr txBox="1">
            <a:spLocks noGrp="1"/>
          </p:cNvSpPr>
          <p:nvPr>
            <p:ph type="body" idx="1"/>
          </p:nvPr>
        </p:nvSpPr>
        <p:spPr>
          <a:xfrm>
            <a:off x="311700" y="4262225"/>
            <a:ext cx="521400" cy="3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92" name="Google Shape;192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3" name="Google Shape;19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205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Conclusion </a:t>
            </a:r>
            <a:endParaRPr b="1"/>
          </a:p>
        </p:txBody>
      </p:sp>
      <p:sp>
        <p:nvSpPr>
          <p:cNvPr id="199" name="Google Shape;199;p33"/>
          <p:cNvSpPr txBox="1">
            <a:spLocks noGrp="1"/>
          </p:cNvSpPr>
          <p:nvPr>
            <p:ph type="body" idx="1"/>
          </p:nvPr>
        </p:nvSpPr>
        <p:spPr>
          <a:xfrm>
            <a:off x="311700" y="11117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Box office and seasonal had the highest correlation to IMDB ratings. However, run-time &amp; MPAA had some to very slight correlation to IMDB ratings.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Sources and API tools </a:t>
            </a:r>
            <a:endParaRPr b="1"/>
          </a:p>
        </p:txBody>
      </p:sp>
      <p:sp>
        <p:nvSpPr>
          <p:cNvPr id="205" name="Google Shape;205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Imdb Datasets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https://developer.imdb.com/non-commercial-datasets/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OMDB API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https://www.omdbapi.com/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On-screen Show (16:9)</PresentationFormat>
  <Paragraphs>83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Comfortaa</vt:lpstr>
      <vt:lpstr>Lexend</vt:lpstr>
      <vt:lpstr>Courier New</vt:lpstr>
      <vt:lpstr>Arial</vt:lpstr>
      <vt:lpstr>Simple Dark</vt:lpstr>
      <vt:lpstr>Movie Ratings</vt:lpstr>
      <vt:lpstr>In what situation is a movie most likely to have a higher rating?</vt:lpstr>
      <vt:lpstr>Data cleaning process</vt:lpstr>
      <vt:lpstr>PowerPoint Presentation</vt:lpstr>
      <vt:lpstr>PowerPoint Presentation</vt:lpstr>
      <vt:lpstr>Code for MPAA rating analysis</vt:lpstr>
      <vt:lpstr>MPAA ratings Analysis</vt:lpstr>
      <vt:lpstr>Box Office</vt:lpstr>
      <vt:lpstr>Box Office</vt:lpstr>
      <vt:lpstr>Box Office</vt:lpstr>
      <vt:lpstr>Box Office</vt:lpstr>
      <vt:lpstr>Seasonal trends </vt:lpstr>
      <vt:lpstr>Seasonal trends </vt:lpstr>
      <vt:lpstr>Seasonal trends </vt:lpstr>
      <vt:lpstr>Runtime</vt:lpstr>
      <vt:lpstr>Runtime</vt:lpstr>
      <vt:lpstr>PowerPoint Presentation</vt:lpstr>
      <vt:lpstr>PowerPoint Presentation</vt:lpstr>
      <vt:lpstr>PowerPoint Presentation</vt:lpstr>
      <vt:lpstr>PowerPoint Presentation</vt:lpstr>
      <vt:lpstr>Conclusion </vt:lpstr>
      <vt:lpstr>Sources and API tools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DuVoe Moua</dc:creator>
  <cp:lastModifiedBy>DuVoe Moua</cp:lastModifiedBy>
  <cp:revision>1</cp:revision>
  <dcterms:modified xsi:type="dcterms:W3CDTF">2024-11-26T00:24:56Z</dcterms:modified>
</cp:coreProperties>
</file>